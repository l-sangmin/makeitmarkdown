
<file path=[Content_Types].xml><?xml version="1.0" encoding="utf-8"?>
<Types xmlns="http://schemas.openxmlformats.org/package/2006/content-types">
  <Default Extension="xml" ContentType="application/xml"/>
  <Default Extension="png" ContentType="image/png"/>
  <Override PartName="/ppt/presentation.xml" ContentType="application/vnd.openxmlformats-officedocument.presentationml.presentation.main+xml"/>
</Type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IdLst>
    <p:sldId id="256" r:id="rId1"/>
    <p:sldId id="257" r:id="rId2"/>
    <p:sldId id="258" r:id="rId3"/>
  </p:sldIdLst>
</p:presentation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" name=""/>
          <p:cNvSpPr/>
          <p:nvPr>
            <p:ph type="body"/>
          </p:nvPr>
        </p:nvSpPr>
        <p:spPr/>
        <p:txBody>
          <a:bodyPr/>
          <a:p>
            <a:pPr lvl="0"/>
            <a:r>
              <a:t>Emphasize the onboarding metric — it moved 40% last quarter.</a:t>
            </a:r>
          </a:p>
        </p:txBody>
      </p:sp>
      <p:sp>
        <p:nvSpPr>
          <p:cNvPr id="1" name=""/>
          <p:cNvSpPr/>
          <p:nvPr>
            <p:ph type="sldNum"/>
          </p:nvPr>
        </p:nvSpPr>
        <p:spPr/>
        <p:txBody>
          <a:bodyPr/>
          <a:p>
            <a:pPr lvl="0"/>
            <a:r>
              <a:t>2</a:t>
            </a:r>
          </a:p>
        </p:txBody>
      </p:sp>
    </p:spTree>
  </p:cSld>
</p:notes>
</file>

<file path=ppt/slides/_rels/slide3.xml.rels><?xml version="1.0" encoding="UTF-8" standalone="yes"?>
<Relationships xmlns="http://schemas.openxmlformats.org/package/2006/relationships"><Relationship Id="rId2" Type="http://schemas.openxmlformats.org/officeDocument/2006/relationships/image" Target="../media/image1.png"/><Relationship Id="rId3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" name=""/>
          <p:cNvSpPr/>
          <p:nvPr>
            <p:ph type="ctrTitle"/>
          </p:nvPr>
        </p:nvSpPr>
        <p:spPr/>
        <p:txBody>
          <a:bodyPr/>
          <a:p>
            <a:pPr lvl="0"/>
            <a:r>
              <a:t>Quarterly Kickoff</a:t>
            </a:r>
          </a:p>
        </p:txBody>
      </p:sp>
      <p:sp>
        <p:nvSpPr>
          <p:cNvPr id="1" name=""/>
          <p:cNvSpPr/>
          <p:nvPr>
            <p:ph type="subTitle"/>
          </p:nvPr>
        </p:nvSpPr>
        <p:spPr/>
        <p:txBody>
          <a:bodyPr/>
          <a:p>
            <a:pPr lvl="0"/>
            <a:r>
              <a:t>Operations review and priorities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" name=""/>
          <p:cNvSpPr/>
          <p:nvPr>
            <p:ph type="title"/>
          </p:nvPr>
        </p:nvSpPr>
        <p:spPr/>
        <p:txBody>
          <a:bodyPr/>
          <a:p>
            <a:pPr lvl="0"/>
            <a:r>
              <a:t>Priorities</a:t>
            </a:r>
          </a:p>
        </p:txBody>
      </p:sp>
      <p:sp>
        <p:nvSpPr>
          <p:cNvPr id="1" name=""/>
          <p:cNvSpPr/>
          <p:nvPr>
            <p:ph type="body"/>
          </p:nvPr>
        </p:nvSpPr>
        <p:spPr/>
        <p:txBody>
          <a:bodyPr/>
          <a:p>
            <a:pPr lvl="0"/>
            <a:r>
              <a:t>Ship the vendor consolidation</a:t>
            </a:r>
          </a:p>
          <a:p>
            <a:pPr lvl="1"/>
            <a:r>
              <a:t>Finish contract review</a:t>
            </a:r>
          </a:p>
          <a:p>
            <a:pPr lvl="1"/>
            <a:r>
              <a:t>Cut duplicate tooling</a:t>
            </a:r>
          </a:p>
          <a:p>
            <a:pPr lvl="0"/>
            <a:r>
              <a:t>Improve onboarding time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" name=""/>
          <p:cNvSpPr/>
          <p:nvPr>
            <p:ph type="title"/>
          </p:nvPr>
        </p:nvSpPr>
        <p:spPr/>
        <p:txBody>
          <a:bodyPr/>
          <a:p>
            <a:pPr lvl="0"/>
            <a:r>
              <a:t>Pipeline</a:t>
            </a:r>
          </a:p>
        </p:txBody>
      </p:sp>
      <p:graphicFrame>
        <p:nvGraphicFramePr>
          <p:cNvPr id="7" name="tbl"/>
          <p:cNvGraphicFramePr/>
          <p:nvPr/>
        </p:nvGraphicFramePr>
        <a:graphic>
          <a:graphicData uri="http://schemas.openxmlformats.org/drawingml/2006/table">
            <a:tbl>
              <a:tr>
                <a:tc>
                  <a:txBody>
                    <a:bodyPr/>
                    <a:p>
                      <a:r>
                        <a:t>region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t>units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t>revenue</a:t>
                      </a:r>
                    </a:p>
                  </a:txBody>
                </a:tc>
              </a:tr>
              <a:tr>
                <a:tc>
                  <a:txBody>
                    <a:bodyPr/>
                    <a:p>
                      <a:r>
                        <a:t>North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t>1204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t>96432.10</a:t>
                      </a:r>
                    </a:p>
                  </a:txBody>
                </a:tc>
              </a:tr>
              <a:tr>
                <a:tc>
                  <a:txBody>
                    <a:bodyPr/>
                    <a:p>
                      <a:r>
                        <a:t>South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t>980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t>71210.55</a:t>
                      </a:r>
                    </a:p>
                  </a:txBody>
                </a:tc>
              </a:tr>
            </a:tbl>
          </a:graphicData>
        </a:graphic>
      </p:graphicFrame>
      <p:pic>
        <p:nvPicPr>
          <p:cNvPr id="8" name="chart.png"/>
          <p:cNvPicPr/>
          <p:nvPr/>
        </p:nvPicPr>
        <p:blipFill>
          <a:blip r:embed="rId2"/>
        </p:blipFill>
        <p:spPr/>
      </p:pic>
      <p:graphicFrame>
        <p:nvGraphicFramePr>
          <p:cNvPr id="9" name="chart"/>
          <p:cNvGraphicFramePr/>
          <p:nvPr/>
        </p:nvGraphicFramePr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</p:sld>
</file>